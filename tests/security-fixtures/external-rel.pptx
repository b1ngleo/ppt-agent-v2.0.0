
<file path=[Content_Types].xml><?xml version="1.0" encoding="utf-8"?>
<Types/>
</file>

<file path=ppt/presentation.xml><?xml version="1.0" encoding="utf-8"?>
<presentation/>
</file>

<file path=ppt/_rels/presentation.xml.rels><Relationships xmlns="http://schemas.openxmlformats.org/package/2006/relationships"><Relationship Id="rId1" TargetMode="External" Target="https://example.invalid/payload"/></Relationships>
</file>